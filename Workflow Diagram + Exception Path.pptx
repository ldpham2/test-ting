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22" autoAdjust="0"/>
    <p:restoredTop sz="94660"/>
  </p:normalViewPr>
  <p:slideViewPr>
    <p:cSldViewPr snapToGrid="0">
      <p:cViewPr>
        <p:scale>
          <a:sx n="78" d="100"/>
          <a:sy n="78" d="100"/>
        </p:scale>
        <p:origin x="4284" y="4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AA6FC-047B-4B0E-AC89-0E5E9A13B6E2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CF14C-F6A1-4730-AFE5-EE6412E12F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488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AA6FC-047B-4B0E-AC89-0E5E9A13B6E2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CF14C-F6A1-4730-AFE5-EE6412E12F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685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AA6FC-047B-4B0E-AC89-0E5E9A13B6E2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CF14C-F6A1-4730-AFE5-EE6412E12F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480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AA6FC-047B-4B0E-AC89-0E5E9A13B6E2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CF14C-F6A1-4730-AFE5-EE6412E12F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8714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AA6FC-047B-4B0E-AC89-0E5E9A13B6E2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CF14C-F6A1-4730-AFE5-EE6412E12F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691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AA6FC-047B-4B0E-AC89-0E5E9A13B6E2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CF14C-F6A1-4730-AFE5-EE6412E12F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1868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AA6FC-047B-4B0E-AC89-0E5E9A13B6E2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CF14C-F6A1-4730-AFE5-EE6412E12F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023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AA6FC-047B-4B0E-AC89-0E5E9A13B6E2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CF14C-F6A1-4730-AFE5-EE6412E12F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833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AA6FC-047B-4B0E-AC89-0E5E9A13B6E2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CF14C-F6A1-4730-AFE5-EE6412E12F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4066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AA6FC-047B-4B0E-AC89-0E5E9A13B6E2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CF14C-F6A1-4730-AFE5-EE6412E12F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020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AA6FC-047B-4B0E-AC89-0E5E9A13B6E2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CF14C-F6A1-4730-AFE5-EE6412E12F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465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0AA6FC-047B-4B0E-AC89-0E5E9A13B6E2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BCF14C-F6A1-4730-AFE5-EE6412E12F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565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FB738045-6920-0186-F6CE-29B9EF5A998E}"/>
              </a:ext>
            </a:extLst>
          </p:cNvPr>
          <p:cNvSpPr/>
          <p:nvPr/>
        </p:nvSpPr>
        <p:spPr>
          <a:xfrm>
            <a:off x="983461" y="190380"/>
            <a:ext cx="1208690" cy="62011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START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BCEE4B-3DCC-156C-2D85-FA5E62B02697}"/>
              </a:ext>
            </a:extLst>
          </p:cNvPr>
          <p:cNvSpPr/>
          <p:nvPr/>
        </p:nvSpPr>
        <p:spPr>
          <a:xfrm>
            <a:off x="749218" y="1031427"/>
            <a:ext cx="1677175" cy="55121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Select a valid cat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370C98-96BE-30A6-002E-2269D2AE7D87}"/>
              </a:ext>
            </a:extLst>
          </p:cNvPr>
          <p:cNvSpPr/>
          <p:nvPr/>
        </p:nvSpPr>
        <p:spPr>
          <a:xfrm>
            <a:off x="749218" y="1812087"/>
            <a:ext cx="1677175" cy="55121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Enter care/health update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ABD50B7-FF2A-CC9C-9866-BAD4D6AFC992}"/>
              </a:ext>
            </a:extLst>
          </p:cNvPr>
          <p:cNvCxnSpPr>
            <a:stCxn id="4" idx="4"/>
            <a:endCxn id="5" idx="0"/>
          </p:cNvCxnSpPr>
          <p:nvPr/>
        </p:nvCxnSpPr>
        <p:spPr>
          <a:xfrm>
            <a:off x="1587806" y="810490"/>
            <a:ext cx="0" cy="2209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1D5D85C-66EF-7B97-3234-7903CC671643}"/>
              </a:ext>
            </a:extLst>
          </p:cNvPr>
          <p:cNvCxnSpPr>
            <a:stCxn id="5" idx="2"/>
            <a:endCxn id="7" idx="0"/>
          </p:cNvCxnSpPr>
          <p:nvPr/>
        </p:nvCxnSpPr>
        <p:spPr>
          <a:xfrm>
            <a:off x="1587806" y="1582637"/>
            <a:ext cx="0" cy="2294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iamond 11">
            <a:extLst>
              <a:ext uri="{FF2B5EF4-FFF2-40B4-BE49-F238E27FC236}">
                <a16:creationId xmlns:a16="http://schemas.microsoft.com/office/drawing/2014/main" id="{8EBB012E-C520-7F3C-87FC-7DC571B39E76}"/>
              </a:ext>
            </a:extLst>
          </p:cNvPr>
          <p:cNvSpPr/>
          <p:nvPr/>
        </p:nvSpPr>
        <p:spPr>
          <a:xfrm>
            <a:off x="472073" y="3465561"/>
            <a:ext cx="2237014" cy="925351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Required data </a:t>
            </a:r>
            <a:r>
              <a:rPr lang="en-US" sz="900" dirty="0">
                <a:solidFill>
                  <a:schemeClr val="tx1"/>
                </a:solidFill>
              </a:rPr>
              <a:t>(valid/complete?)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388D537-CE5D-F201-81AD-6CC71E309FB4}"/>
              </a:ext>
            </a:extLst>
          </p:cNvPr>
          <p:cNvSpPr/>
          <p:nvPr/>
        </p:nvSpPr>
        <p:spPr>
          <a:xfrm>
            <a:off x="494284" y="5010756"/>
            <a:ext cx="1198342" cy="64594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Show error and return to form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1C9C9B8-04FF-5047-14A3-C6E746752206}"/>
              </a:ext>
            </a:extLst>
          </p:cNvPr>
          <p:cNvSpPr/>
          <p:nvPr/>
        </p:nvSpPr>
        <p:spPr>
          <a:xfrm>
            <a:off x="2113938" y="4977430"/>
            <a:ext cx="1447552" cy="64594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Create update ID &amp; submission time stamp</a:t>
            </a:r>
          </a:p>
        </p:txBody>
      </p:sp>
      <p:sp>
        <p:nvSpPr>
          <p:cNvPr id="15" name="Diamond 14">
            <a:extLst>
              <a:ext uri="{FF2B5EF4-FFF2-40B4-BE49-F238E27FC236}">
                <a16:creationId xmlns:a16="http://schemas.microsoft.com/office/drawing/2014/main" id="{609DABC4-DAB6-11FB-1F15-9F257402AA76}"/>
              </a:ext>
            </a:extLst>
          </p:cNvPr>
          <p:cNvSpPr/>
          <p:nvPr/>
        </p:nvSpPr>
        <p:spPr>
          <a:xfrm>
            <a:off x="4372192" y="8716051"/>
            <a:ext cx="1776248" cy="911772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Approved?</a:t>
            </a:r>
          </a:p>
        </p:txBody>
      </p:sp>
      <p:sp>
        <p:nvSpPr>
          <p:cNvPr id="16" name="Diamond 15">
            <a:extLst>
              <a:ext uri="{FF2B5EF4-FFF2-40B4-BE49-F238E27FC236}">
                <a16:creationId xmlns:a16="http://schemas.microsoft.com/office/drawing/2014/main" id="{69A08E06-4A10-560D-18BE-8DF7FB6B6AB5}"/>
              </a:ext>
            </a:extLst>
          </p:cNvPr>
          <p:cNvSpPr/>
          <p:nvPr/>
        </p:nvSpPr>
        <p:spPr>
          <a:xfrm>
            <a:off x="1563982" y="5965071"/>
            <a:ext cx="2523268" cy="1093078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Medical/treatment or serious concern?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21C7BC1-8F95-0150-42FB-9C4EEE6B0332}"/>
              </a:ext>
            </a:extLst>
          </p:cNvPr>
          <p:cNvCxnSpPr>
            <a:cxnSpLocks/>
            <a:stCxn id="271" idx="2"/>
            <a:endCxn id="12" idx="0"/>
          </p:cNvCxnSpPr>
          <p:nvPr/>
        </p:nvCxnSpPr>
        <p:spPr>
          <a:xfrm>
            <a:off x="1587806" y="3189668"/>
            <a:ext cx="2774" cy="2758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0A08D2D-BF2D-AFC3-E458-2039CD225192}"/>
              </a:ext>
            </a:extLst>
          </p:cNvPr>
          <p:cNvCxnSpPr>
            <a:cxnSpLocks/>
            <a:endCxn id="30" idx="0"/>
          </p:cNvCxnSpPr>
          <p:nvPr/>
        </p:nvCxnSpPr>
        <p:spPr>
          <a:xfrm flipH="1">
            <a:off x="1093455" y="4214253"/>
            <a:ext cx="96105" cy="2419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66A8C86-9573-0785-9DA7-2021D24C952F}"/>
              </a:ext>
            </a:extLst>
          </p:cNvPr>
          <p:cNvCxnSpPr>
            <a:cxnSpLocks/>
            <a:endCxn id="31" idx="0"/>
          </p:cNvCxnSpPr>
          <p:nvPr/>
        </p:nvCxnSpPr>
        <p:spPr>
          <a:xfrm>
            <a:off x="2044672" y="4196570"/>
            <a:ext cx="793042" cy="2573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A6861B62-8197-FADC-5898-63B23A4E6515}"/>
              </a:ext>
            </a:extLst>
          </p:cNvPr>
          <p:cNvSpPr txBox="1"/>
          <p:nvPr/>
        </p:nvSpPr>
        <p:spPr>
          <a:xfrm>
            <a:off x="778144" y="4456209"/>
            <a:ext cx="6306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No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8BE7747-F82B-5164-73F0-E9156947435E}"/>
              </a:ext>
            </a:extLst>
          </p:cNvPr>
          <p:cNvSpPr txBox="1"/>
          <p:nvPr/>
        </p:nvSpPr>
        <p:spPr>
          <a:xfrm>
            <a:off x="2522403" y="4453920"/>
            <a:ext cx="6306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Yes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59A8BE0-0B6F-559A-250A-7C7BF6F56C2B}"/>
              </a:ext>
            </a:extLst>
          </p:cNvPr>
          <p:cNvCxnSpPr>
            <a:cxnSpLocks/>
            <a:stCxn id="30" idx="2"/>
            <a:endCxn id="13" idx="0"/>
          </p:cNvCxnSpPr>
          <p:nvPr/>
        </p:nvCxnSpPr>
        <p:spPr>
          <a:xfrm>
            <a:off x="1093455" y="4763986"/>
            <a:ext cx="0" cy="2467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0E01EB8-81FC-643F-C217-B0EEC2864E8E}"/>
              </a:ext>
            </a:extLst>
          </p:cNvPr>
          <p:cNvCxnSpPr>
            <a:cxnSpLocks/>
            <a:stCxn id="31" idx="2"/>
            <a:endCxn id="14" idx="0"/>
          </p:cNvCxnSpPr>
          <p:nvPr/>
        </p:nvCxnSpPr>
        <p:spPr>
          <a:xfrm>
            <a:off x="2837714" y="4761697"/>
            <a:ext cx="0" cy="2157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799665B4-8A6F-9157-1C54-7EE41F7201BE}"/>
              </a:ext>
            </a:extLst>
          </p:cNvPr>
          <p:cNvCxnSpPr>
            <a:cxnSpLocks/>
            <a:stCxn id="14" idx="2"/>
          </p:cNvCxnSpPr>
          <p:nvPr/>
        </p:nvCxnSpPr>
        <p:spPr>
          <a:xfrm>
            <a:off x="2837714" y="5623377"/>
            <a:ext cx="0" cy="3174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650FE4C0-FAF7-B141-69C8-F004BB3E27AB}"/>
              </a:ext>
            </a:extLst>
          </p:cNvPr>
          <p:cNvCxnSpPr>
            <a:cxnSpLocks/>
          </p:cNvCxnSpPr>
          <p:nvPr/>
        </p:nvCxnSpPr>
        <p:spPr>
          <a:xfrm flipH="1">
            <a:off x="2216078" y="6834191"/>
            <a:ext cx="126845" cy="2568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2D1B364F-7831-D5CD-DDE9-825011CB5B41}"/>
              </a:ext>
            </a:extLst>
          </p:cNvPr>
          <p:cNvSpPr txBox="1"/>
          <p:nvPr/>
        </p:nvSpPr>
        <p:spPr>
          <a:xfrm>
            <a:off x="1768828" y="7074845"/>
            <a:ext cx="6603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No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562EB1E5-6A2B-B838-1993-BEA713C27524}"/>
              </a:ext>
            </a:extLst>
          </p:cNvPr>
          <p:cNvSpPr/>
          <p:nvPr/>
        </p:nvSpPr>
        <p:spPr>
          <a:xfrm>
            <a:off x="1504715" y="7623276"/>
            <a:ext cx="1188566" cy="46233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Complete routine update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A96B0C4D-076C-463F-563D-A8ADF42E8088}"/>
              </a:ext>
            </a:extLst>
          </p:cNvPr>
          <p:cNvSpPr/>
          <p:nvPr/>
        </p:nvSpPr>
        <p:spPr>
          <a:xfrm>
            <a:off x="1504715" y="8345553"/>
            <a:ext cx="1188564" cy="63363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END</a:t>
            </a:r>
            <a:endParaRPr lang="en-US" sz="1600" dirty="0">
              <a:solidFill>
                <a:schemeClr val="tx1"/>
              </a:solidFill>
            </a:endParaRP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336BDF0E-AD7F-02FE-33E6-66C7DA40765C}"/>
              </a:ext>
            </a:extLst>
          </p:cNvPr>
          <p:cNvCxnSpPr>
            <a:cxnSpLocks/>
            <a:stCxn id="60" idx="2"/>
            <a:endCxn id="63" idx="0"/>
          </p:cNvCxnSpPr>
          <p:nvPr/>
        </p:nvCxnSpPr>
        <p:spPr>
          <a:xfrm>
            <a:off x="2098998" y="7382622"/>
            <a:ext cx="0" cy="2406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91CD7176-CFDD-6D97-806F-6028FD6D043E}"/>
              </a:ext>
            </a:extLst>
          </p:cNvPr>
          <p:cNvCxnSpPr>
            <a:cxnSpLocks/>
          </p:cNvCxnSpPr>
          <p:nvPr/>
        </p:nvCxnSpPr>
        <p:spPr>
          <a:xfrm>
            <a:off x="2121868" y="8085126"/>
            <a:ext cx="0" cy="2604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ectangle 79">
            <a:extLst>
              <a:ext uri="{FF2B5EF4-FFF2-40B4-BE49-F238E27FC236}">
                <a16:creationId xmlns:a16="http://schemas.microsoft.com/office/drawing/2014/main" id="{F9196FB0-8E2D-9837-7E6F-87F25A58D3A0}"/>
              </a:ext>
            </a:extLst>
          </p:cNvPr>
          <p:cNvSpPr/>
          <p:nvPr/>
        </p:nvSpPr>
        <p:spPr>
          <a:xfrm>
            <a:off x="3051876" y="7589140"/>
            <a:ext cx="1402487" cy="4959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Route to supervisor review</a:t>
            </a:r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D257F3DA-38B2-671C-F271-25D2C693B48A}"/>
              </a:ext>
            </a:extLst>
          </p:cNvPr>
          <p:cNvCxnSpPr>
            <a:cxnSpLocks/>
          </p:cNvCxnSpPr>
          <p:nvPr/>
        </p:nvCxnSpPr>
        <p:spPr>
          <a:xfrm>
            <a:off x="3311744" y="6839753"/>
            <a:ext cx="186684" cy="2688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2C1979D8-3633-75FF-192A-8CAC10B1E773}"/>
              </a:ext>
            </a:extLst>
          </p:cNvPr>
          <p:cNvSpPr txBox="1"/>
          <p:nvPr/>
        </p:nvSpPr>
        <p:spPr>
          <a:xfrm>
            <a:off x="3422951" y="7045735"/>
            <a:ext cx="6603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Yes</a:t>
            </a:r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3656E820-FBEF-4A0F-493D-113440BC0BB8}"/>
              </a:ext>
            </a:extLst>
          </p:cNvPr>
          <p:cNvCxnSpPr>
            <a:cxnSpLocks/>
            <a:stCxn id="86" idx="2"/>
            <a:endCxn id="80" idx="0"/>
          </p:cNvCxnSpPr>
          <p:nvPr/>
        </p:nvCxnSpPr>
        <p:spPr>
          <a:xfrm flipH="1">
            <a:off x="3753120" y="7353512"/>
            <a:ext cx="1" cy="2356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Rectangle 105">
            <a:extLst>
              <a:ext uri="{FF2B5EF4-FFF2-40B4-BE49-F238E27FC236}">
                <a16:creationId xmlns:a16="http://schemas.microsoft.com/office/drawing/2014/main" id="{3C3A097D-D401-35AD-0507-69EE335467D1}"/>
              </a:ext>
            </a:extLst>
          </p:cNvPr>
          <p:cNvSpPr/>
          <p:nvPr/>
        </p:nvSpPr>
        <p:spPr>
          <a:xfrm>
            <a:off x="3158837" y="8358581"/>
            <a:ext cx="1188566" cy="46233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Supervisor reviews update</a:t>
            </a:r>
          </a:p>
        </p:txBody>
      </p:sp>
      <p:cxnSp>
        <p:nvCxnSpPr>
          <p:cNvPr id="114" name="Connector: Elbow 113">
            <a:extLst>
              <a:ext uri="{FF2B5EF4-FFF2-40B4-BE49-F238E27FC236}">
                <a16:creationId xmlns:a16="http://schemas.microsoft.com/office/drawing/2014/main" id="{845DB6DC-072F-5FA5-D15C-2A7B00344108}"/>
              </a:ext>
            </a:extLst>
          </p:cNvPr>
          <p:cNvCxnSpPr>
            <a:stCxn id="106" idx="3"/>
            <a:endCxn id="15" idx="0"/>
          </p:cNvCxnSpPr>
          <p:nvPr/>
        </p:nvCxnSpPr>
        <p:spPr>
          <a:xfrm>
            <a:off x="4347403" y="8589748"/>
            <a:ext cx="912913" cy="12630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30CA0957-BEC0-ADDE-AF03-BF0C0CE4E64F}"/>
              </a:ext>
            </a:extLst>
          </p:cNvPr>
          <p:cNvCxnSpPr>
            <a:cxnSpLocks/>
          </p:cNvCxnSpPr>
          <p:nvPr/>
        </p:nvCxnSpPr>
        <p:spPr>
          <a:xfrm flipH="1">
            <a:off x="4650232" y="9411046"/>
            <a:ext cx="173784" cy="2378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A3462EC7-6A77-8F4D-BCB7-39EB31FCFD59}"/>
              </a:ext>
            </a:extLst>
          </p:cNvPr>
          <p:cNvCxnSpPr>
            <a:cxnSpLocks/>
          </p:cNvCxnSpPr>
          <p:nvPr/>
        </p:nvCxnSpPr>
        <p:spPr>
          <a:xfrm>
            <a:off x="5734579" y="9399378"/>
            <a:ext cx="197794" cy="2283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TextBox 163">
            <a:extLst>
              <a:ext uri="{FF2B5EF4-FFF2-40B4-BE49-F238E27FC236}">
                <a16:creationId xmlns:a16="http://schemas.microsoft.com/office/drawing/2014/main" id="{AA305139-90EA-1EDC-325B-C766180B4EA6}"/>
              </a:ext>
            </a:extLst>
          </p:cNvPr>
          <p:cNvSpPr txBox="1"/>
          <p:nvPr/>
        </p:nvSpPr>
        <p:spPr>
          <a:xfrm>
            <a:off x="4062637" y="9604171"/>
            <a:ext cx="6306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Yes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840A3159-CA95-6F74-89FF-0126FD226C1F}"/>
              </a:ext>
            </a:extLst>
          </p:cNvPr>
          <p:cNvSpPr txBox="1"/>
          <p:nvPr/>
        </p:nvSpPr>
        <p:spPr>
          <a:xfrm>
            <a:off x="5795859" y="9600237"/>
            <a:ext cx="6306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No</a:t>
            </a: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D74772C4-A10F-EA63-88E4-2182760DA723}"/>
              </a:ext>
            </a:extLst>
          </p:cNvPr>
          <p:cNvSpPr/>
          <p:nvPr/>
        </p:nvSpPr>
        <p:spPr>
          <a:xfrm>
            <a:off x="3766804" y="10213708"/>
            <a:ext cx="1222287" cy="68303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Approved and complete update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94" name="Oval 193">
            <a:extLst>
              <a:ext uri="{FF2B5EF4-FFF2-40B4-BE49-F238E27FC236}">
                <a16:creationId xmlns:a16="http://schemas.microsoft.com/office/drawing/2014/main" id="{5D2AC887-AA7A-4A70-AC0F-87E63F7407B5}"/>
              </a:ext>
            </a:extLst>
          </p:cNvPr>
          <p:cNvSpPr/>
          <p:nvPr/>
        </p:nvSpPr>
        <p:spPr>
          <a:xfrm>
            <a:off x="4642518" y="11205016"/>
            <a:ext cx="1188566" cy="68303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END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35808885-AC33-B9C3-FD24-48FE2DC12647}"/>
              </a:ext>
            </a:extLst>
          </p:cNvPr>
          <p:cNvSpPr/>
          <p:nvPr/>
        </p:nvSpPr>
        <p:spPr>
          <a:xfrm>
            <a:off x="5486242" y="10191561"/>
            <a:ext cx="1249853" cy="68303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Reject update and record reason</a:t>
            </a:r>
          </a:p>
        </p:txBody>
      </p:sp>
      <p:cxnSp>
        <p:nvCxnSpPr>
          <p:cNvPr id="201" name="Straight Arrow Connector 200">
            <a:extLst>
              <a:ext uri="{FF2B5EF4-FFF2-40B4-BE49-F238E27FC236}">
                <a16:creationId xmlns:a16="http://schemas.microsoft.com/office/drawing/2014/main" id="{F7042F2F-6ED1-C929-FA8F-DE3FD8D8C61E}"/>
              </a:ext>
            </a:extLst>
          </p:cNvPr>
          <p:cNvCxnSpPr>
            <a:cxnSpLocks/>
            <a:stCxn id="164" idx="2"/>
            <a:endCxn id="168" idx="0"/>
          </p:cNvCxnSpPr>
          <p:nvPr/>
        </p:nvCxnSpPr>
        <p:spPr>
          <a:xfrm>
            <a:off x="4377948" y="9911948"/>
            <a:ext cx="0" cy="3017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Arrow Connector 204">
            <a:extLst>
              <a:ext uri="{FF2B5EF4-FFF2-40B4-BE49-F238E27FC236}">
                <a16:creationId xmlns:a16="http://schemas.microsoft.com/office/drawing/2014/main" id="{3235E2CF-47ED-4D6F-2A26-6EE4D4E21724}"/>
              </a:ext>
            </a:extLst>
          </p:cNvPr>
          <p:cNvCxnSpPr>
            <a:cxnSpLocks/>
            <a:stCxn id="168" idx="2"/>
            <a:endCxn id="194" idx="1"/>
          </p:cNvCxnSpPr>
          <p:nvPr/>
        </p:nvCxnSpPr>
        <p:spPr>
          <a:xfrm>
            <a:off x="4377948" y="10896743"/>
            <a:ext cx="438631" cy="4083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Arrow Connector 206">
            <a:extLst>
              <a:ext uri="{FF2B5EF4-FFF2-40B4-BE49-F238E27FC236}">
                <a16:creationId xmlns:a16="http://schemas.microsoft.com/office/drawing/2014/main" id="{2604910F-2419-70BD-B611-D6742339269D}"/>
              </a:ext>
            </a:extLst>
          </p:cNvPr>
          <p:cNvCxnSpPr>
            <a:cxnSpLocks/>
            <a:stCxn id="195" idx="2"/>
            <a:endCxn id="194" idx="7"/>
          </p:cNvCxnSpPr>
          <p:nvPr/>
        </p:nvCxnSpPr>
        <p:spPr>
          <a:xfrm flipH="1">
            <a:off x="5657023" y="10874595"/>
            <a:ext cx="454146" cy="4304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Straight Arrow Connector 207">
            <a:extLst>
              <a:ext uri="{FF2B5EF4-FFF2-40B4-BE49-F238E27FC236}">
                <a16:creationId xmlns:a16="http://schemas.microsoft.com/office/drawing/2014/main" id="{1F263561-87A2-2DDD-C8E6-A102FDBB5542}"/>
              </a:ext>
            </a:extLst>
          </p:cNvPr>
          <p:cNvCxnSpPr>
            <a:cxnSpLocks/>
            <a:stCxn id="165" idx="2"/>
            <a:endCxn id="195" idx="0"/>
          </p:cNvCxnSpPr>
          <p:nvPr/>
        </p:nvCxnSpPr>
        <p:spPr>
          <a:xfrm flipH="1">
            <a:off x="6111169" y="9908014"/>
            <a:ext cx="1" cy="2835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Arrow Connector 216">
            <a:extLst>
              <a:ext uri="{FF2B5EF4-FFF2-40B4-BE49-F238E27FC236}">
                <a16:creationId xmlns:a16="http://schemas.microsoft.com/office/drawing/2014/main" id="{8F843CA7-84DD-6D95-B212-928BDCFEDDFD}"/>
              </a:ext>
            </a:extLst>
          </p:cNvPr>
          <p:cNvCxnSpPr>
            <a:cxnSpLocks/>
          </p:cNvCxnSpPr>
          <p:nvPr/>
        </p:nvCxnSpPr>
        <p:spPr>
          <a:xfrm>
            <a:off x="3753120" y="8098154"/>
            <a:ext cx="0" cy="2473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3" name="Rectangle 222">
            <a:extLst>
              <a:ext uri="{FF2B5EF4-FFF2-40B4-BE49-F238E27FC236}">
                <a16:creationId xmlns:a16="http://schemas.microsoft.com/office/drawing/2014/main" id="{EF5D5A92-B239-DCB2-1AFB-469C3D7F8BA4}"/>
              </a:ext>
            </a:extLst>
          </p:cNvPr>
          <p:cNvSpPr/>
          <p:nvPr/>
        </p:nvSpPr>
        <p:spPr>
          <a:xfrm>
            <a:off x="4958611" y="764065"/>
            <a:ext cx="257113" cy="14418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24" name="Oval 223">
            <a:extLst>
              <a:ext uri="{FF2B5EF4-FFF2-40B4-BE49-F238E27FC236}">
                <a16:creationId xmlns:a16="http://schemas.microsoft.com/office/drawing/2014/main" id="{10C57374-7A40-A960-0303-9B48F41EF836}"/>
              </a:ext>
            </a:extLst>
          </p:cNvPr>
          <p:cNvSpPr/>
          <p:nvPr/>
        </p:nvSpPr>
        <p:spPr>
          <a:xfrm>
            <a:off x="4958998" y="337760"/>
            <a:ext cx="256338" cy="14418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25" name="Diamond 224">
            <a:extLst>
              <a:ext uri="{FF2B5EF4-FFF2-40B4-BE49-F238E27FC236}">
                <a16:creationId xmlns:a16="http://schemas.microsoft.com/office/drawing/2014/main" id="{1475260B-09D3-1909-6565-74863DD8DC6A}"/>
              </a:ext>
            </a:extLst>
          </p:cNvPr>
          <p:cNvSpPr/>
          <p:nvPr/>
        </p:nvSpPr>
        <p:spPr>
          <a:xfrm>
            <a:off x="4948670" y="1176938"/>
            <a:ext cx="297602" cy="225870"/>
          </a:xfrm>
          <a:prstGeom prst="diamond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FCC0AA4D-B7A5-7E1D-9603-58E32DECB76D}"/>
              </a:ext>
            </a:extLst>
          </p:cNvPr>
          <p:cNvSpPr txBox="1"/>
          <p:nvPr/>
        </p:nvSpPr>
        <p:spPr>
          <a:xfrm>
            <a:off x="5246272" y="266359"/>
            <a:ext cx="148982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Start/end</a:t>
            </a:r>
          </a:p>
          <a:p>
            <a:endParaRPr lang="en-US" sz="1400" dirty="0">
              <a:solidFill>
                <a:srgbClr val="FF0000"/>
              </a:solidFill>
            </a:endParaRPr>
          </a:p>
          <a:p>
            <a:r>
              <a:rPr lang="en-US" sz="1400" dirty="0">
                <a:solidFill>
                  <a:srgbClr val="FF0000"/>
                </a:solidFill>
              </a:rPr>
              <a:t>Workflow step</a:t>
            </a:r>
          </a:p>
          <a:p>
            <a:endParaRPr lang="en-US" sz="1400" dirty="0">
              <a:solidFill>
                <a:srgbClr val="FF0000"/>
              </a:solidFill>
            </a:endParaRPr>
          </a:p>
          <a:p>
            <a:r>
              <a:rPr lang="en-US" sz="1400" dirty="0">
                <a:solidFill>
                  <a:srgbClr val="FF0000"/>
                </a:solidFill>
              </a:rPr>
              <a:t>Decision</a:t>
            </a:r>
          </a:p>
          <a:p>
            <a:endParaRPr lang="en-US" sz="1400" dirty="0">
              <a:solidFill>
                <a:srgbClr val="FF0000"/>
              </a:solidFill>
            </a:endParaRPr>
          </a:p>
          <a:p>
            <a:r>
              <a:rPr lang="en-US" sz="1400" dirty="0">
                <a:solidFill>
                  <a:srgbClr val="FF0000"/>
                </a:solidFill>
              </a:rPr>
              <a:t>Workflow decision</a:t>
            </a:r>
          </a:p>
          <a:p>
            <a:endParaRPr lang="en-US" sz="1400" dirty="0">
              <a:solidFill>
                <a:srgbClr val="FF0000"/>
              </a:solidFill>
            </a:endParaRPr>
          </a:p>
          <a:p>
            <a:r>
              <a:rPr lang="en-US" sz="1400" dirty="0">
                <a:solidFill>
                  <a:srgbClr val="FF0000"/>
                </a:solidFill>
              </a:rPr>
              <a:t>Decision branch</a:t>
            </a:r>
          </a:p>
        </p:txBody>
      </p:sp>
      <p:cxnSp>
        <p:nvCxnSpPr>
          <p:cNvPr id="228" name="Straight Arrow Connector 227">
            <a:extLst>
              <a:ext uri="{FF2B5EF4-FFF2-40B4-BE49-F238E27FC236}">
                <a16:creationId xmlns:a16="http://schemas.microsoft.com/office/drawing/2014/main" id="{A06ECACA-3897-6B90-9797-5926416BEA2B}"/>
              </a:ext>
            </a:extLst>
          </p:cNvPr>
          <p:cNvCxnSpPr/>
          <p:nvPr/>
        </p:nvCxnSpPr>
        <p:spPr>
          <a:xfrm>
            <a:off x="4989091" y="1710179"/>
            <a:ext cx="226633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: Elbow 239">
            <a:extLst>
              <a:ext uri="{FF2B5EF4-FFF2-40B4-BE49-F238E27FC236}">
                <a16:creationId xmlns:a16="http://schemas.microsoft.com/office/drawing/2014/main" id="{589349E6-2597-9C34-C885-639048101475}"/>
              </a:ext>
            </a:extLst>
          </p:cNvPr>
          <p:cNvCxnSpPr>
            <a:cxnSpLocks/>
            <a:stCxn id="13" idx="1"/>
            <a:endCxn id="7" idx="1"/>
          </p:cNvCxnSpPr>
          <p:nvPr/>
        </p:nvCxnSpPr>
        <p:spPr>
          <a:xfrm rot="10800000" flipH="1">
            <a:off x="494284" y="2087692"/>
            <a:ext cx="254934" cy="3246038"/>
          </a:xfrm>
          <a:prstGeom prst="bentConnector3">
            <a:avLst>
              <a:gd name="adj1" fmla="val -8967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1" name="TextBox 240">
            <a:extLst>
              <a:ext uri="{FF2B5EF4-FFF2-40B4-BE49-F238E27FC236}">
                <a16:creationId xmlns:a16="http://schemas.microsoft.com/office/drawing/2014/main" id="{FA7D14C0-49AE-FB0F-A006-77CBA9BD88F4}"/>
              </a:ext>
            </a:extLst>
          </p:cNvPr>
          <p:cNvSpPr txBox="1"/>
          <p:nvPr/>
        </p:nvSpPr>
        <p:spPr>
          <a:xfrm>
            <a:off x="4851343" y="2097803"/>
            <a:ext cx="4922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Yes/No</a:t>
            </a:r>
          </a:p>
        </p:txBody>
      </p:sp>
      <p:sp>
        <p:nvSpPr>
          <p:cNvPr id="271" name="Rectangle 270">
            <a:extLst>
              <a:ext uri="{FF2B5EF4-FFF2-40B4-BE49-F238E27FC236}">
                <a16:creationId xmlns:a16="http://schemas.microsoft.com/office/drawing/2014/main" id="{2024463C-50E2-C0CA-50A4-550306A39D61}"/>
              </a:ext>
            </a:extLst>
          </p:cNvPr>
          <p:cNvSpPr/>
          <p:nvPr/>
        </p:nvSpPr>
        <p:spPr>
          <a:xfrm>
            <a:off x="749218" y="2638458"/>
            <a:ext cx="1677175" cy="55121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Submit update</a:t>
            </a:r>
          </a:p>
        </p:txBody>
      </p:sp>
      <p:cxnSp>
        <p:nvCxnSpPr>
          <p:cNvPr id="292" name="Straight Arrow Connector 291">
            <a:extLst>
              <a:ext uri="{FF2B5EF4-FFF2-40B4-BE49-F238E27FC236}">
                <a16:creationId xmlns:a16="http://schemas.microsoft.com/office/drawing/2014/main" id="{E83A3711-EBE7-B01C-3BCF-591D9B3BE5F2}"/>
              </a:ext>
            </a:extLst>
          </p:cNvPr>
          <p:cNvCxnSpPr>
            <a:cxnSpLocks/>
            <a:stCxn id="7" idx="2"/>
            <a:endCxn id="271" idx="0"/>
          </p:cNvCxnSpPr>
          <p:nvPr/>
        </p:nvCxnSpPr>
        <p:spPr>
          <a:xfrm>
            <a:off x="1587806" y="2363297"/>
            <a:ext cx="0" cy="2751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8" name="TextBox 297">
            <a:extLst>
              <a:ext uri="{FF2B5EF4-FFF2-40B4-BE49-F238E27FC236}">
                <a16:creationId xmlns:a16="http://schemas.microsoft.com/office/drawing/2014/main" id="{A4C0ECD1-F060-587E-EDBA-0E34DD1A2C9D}"/>
              </a:ext>
            </a:extLst>
          </p:cNvPr>
          <p:cNvSpPr txBox="1"/>
          <p:nvPr/>
        </p:nvSpPr>
        <p:spPr>
          <a:xfrm>
            <a:off x="80700" y="10942979"/>
            <a:ext cx="323104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Exception Path: If required information is missing or invalid, the system shows an error and returns the user to the update form for correction</a:t>
            </a:r>
          </a:p>
        </p:txBody>
      </p:sp>
    </p:spTree>
    <p:extLst>
      <p:ext uri="{BB962C8B-B14F-4D97-AF65-F5344CB8AC3E}">
        <p14:creationId xmlns:p14="http://schemas.microsoft.com/office/powerpoint/2010/main" val="21827729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745</TotalTime>
  <Words>107</Words>
  <Application>Microsoft Office PowerPoint</Application>
  <PresentationFormat>Widescreen</PresentationFormat>
  <Paragraphs>33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Pham, Linh D</dc:creator>
  <cp:lastModifiedBy>Pham, Linh D</cp:lastModifiedBy>
  <cp:revision>20</cp:revision>
  <dcterms:created xsi:type="dcterms:W3CDTF">2026-09-17T03:34:46Z</dcterms:created>
  <dcterms:modified xsi:type="dcterms:W3CDTF">2026-09-17T15:59:49Z</dcterms:modified>
</cp:coreProperties>
</file>